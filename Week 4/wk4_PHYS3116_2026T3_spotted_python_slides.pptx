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9" r:id="rId5"/>
    <p:sldMasterId id="2147483681" r:id="rId6"/>
  </p:sldMasterIdLst>
  <p:notesMasterIdLst>
    <p:notesMasterId r:id="rId12"/>
  </p:notesMasterIdLst>
  <p:handoutMasterIdLst>
    <p:handoutMasterId r:id="rId13"/>
  </p:handoutMasterIdLst>
  <p:sldIdLst>
    <p:sldId id="258" r:id="rId7"/>
    <p:sldId id="310" r:id="rId8"/>
    <p:sldId id="307" r:id="rId9"/>
    <p:sldId id="308" r:id="rId10"/>
    <p:sldId id="30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59" autoAdjust="0"/>
    <p:restoredTop sz="86575" autoAdjust="0"/>
  </p:normalViewPr>
  <p:slideViewPr>
    <p:cSldViewPr snapToGrid="0" snapToObjects="1">
      <p:cViewPr varScale="1">
        <p:scale>
          <a:sx n="109" d="100"/>
          <a:sy n="109" d="100"/>
        </p:scale>
        <p:origin x="88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55" d="100"/>
          <a:sy n="155" d="100"/>
        </p:scale>
        <p:origin x="598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425C8D-C5AF-9F4F-9E24-5C2DC72753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1E46C-AA4E-214A-A45C-A09C6AE0B0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442EA-0DF9-924B-8435-17D563E57ACA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AFBB1-2BB3-DA46-A158-0722D5A310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D7EA5-B09A-264C-ABF4-E27232AD2E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321C2-EC5F-E04A-AFC0-A1F418A55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81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955B6-3D2D-2944-B7F4-FE074C92CB41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6ACD0-BE8A-3D4B-8E89-B0E6ACFF5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7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976E31-1EA1-274A-A1AD-5915E61D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NSW Sydney Logo">
            <a:extLst>
              <a:ext uri="{FF2B5EF4-FFF2-40B4-BE49-F238E27FC236}">
                <a16:creationId xmlns:a16="http://schemas.microsoft.com/office/drawing/2014/main" id="{F0BF8575-4955-BC4A-80DE-4BF637C59C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93240" y="522000"/>
            <a:ext cx="1188000" cy="1240241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1960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BC9DD3-2081-9D4A-BCDD-FD7DDC635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6367954-2926-486A-95D7-D57A05D0A1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67151" y="5261593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385383" y="-277157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28400" y="0"/>
            <a:ext cx="6663600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87B7DB84-DBF6-43D5-A225-64A86E32A4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071" y="5320585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6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D9F833-BA4F-E348-9506-0D3D621C75CA}"/>
              </a:ext>
            </a:extLst>
          </p:cNvPr>
          <p:cNvSpPr/>
          <p:nvPr userDrawn="1"/>
        </p:nvSpPr>
        <p:spPr>
          <a:xfrm>
            <a:off x="6740525" y="1"/>
            <a:ext cx="5453294" cy="501575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FF675AE0-8F62-485C-BF3D-6598839BA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2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E16058-FC97-C34C-A94D-1AEBA1319CEF}"/>
              </a:ext>
            </a:extLst>
          </p:cNvPr>
          <p:cNvSpPr/>
          <p:nvPr userDrawn="1"/>
        </p:nvSpPr>
        <p:spPr>
          <a:xfrm>
            <a:off x="1" y="0"/>
            <a:ext cx="12191999" cy="5000624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Shape, circle&#10;&#10;Description automatically generated">
            <a:extLst>
              <a:ext uri="{FF2B5EF4-FFF2-40B4-BE49-F238E27FC236}">
                <a16:creationId xmlns:a16="http://schemas.microsoft.com/office/drawing/2014/main" id="{B927EE41-A83A-A9AD-F2C3-0827F1440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3024056">
            <a:off x="3583339" y="-257331"/>
            <a:ext cx="6243723" cy="7372662"/>
          </a:xfrm>
          <a:prstGeom prst="rect">
            <a:avLst/>
          </a:prstGeom>
        </p:spPr>
      </p:pic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21B83991-6CB1-46A6-A70E-59562F1A45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85" y="3515321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5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03B341F3-514D-F42F-D0AA-C75B36DDF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59043" y="1428646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icon to add pictur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77E20C77-3D0A-4A35-878B-F3D37CBE05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630" y="526455"/>
            <a:ext cx="1188000" cy="1240241"/>
          </a:xfrm>
          <a:prstGeom prst="rect">
            <a:avLst/>
          </a:prstGeom>
        </p:spPr>
      </p:pic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73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E4149BEC-B55D-3611-DBCF-0E9A57DC67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0014F36-07A5-3AE9-AB47-224C3C934A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93600" y="5419759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064B1A81-90D8-9D68-62EB-C2915DE66A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0400" y="275357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0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2/10/2026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817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2/10/2026</a:t>
            </a:fld>
            <a:endParaRPr lang="en-AU" dirty="0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220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 descr="Click to edit body text styles on the left side of slide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 descr="Click to edit body text styles on the right side of slide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2/10/2026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800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2/10/2026</a:t>
            </a:fld>
            <a:endParaRPr lang="en-AU" dirty="0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129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3AC5B-4BEF-3F81-2082-0A3885418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l="30378"/>
          <a:stretch/>
        </p:blipFill>
        <p:spPr>
          <a:xfrm rot="10800000">
            <a:off x="8269200" y="-1"/>
            <a:ext cx="3922800" cy="6069303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75487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1557173" y="-82749"/>
            <a:ext cx="5957925" cy="6417766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421259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icon to add pictur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49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5549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491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89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2/10/2026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321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2/10/2026</a:t>
            </a:fld>
            <a:endParaRPr lang="en-AU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323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2/10/2026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77420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2/10/2026</a:t>
            </a:fld>
            <a:endParaRPr lang="en-AU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73841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1749104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253302" y="-398755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00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5044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293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6856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838487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1" y="0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8204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381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">
            <a:extLst>
              <a:ext uri="{FF2B5EF4-FFF2-40B4-BE49-F238E27FC236}">
                <a16:creationId xmlns:a16="http://schemas.microsoft.com/office/drawing/2014/main" id="{70841D79-9C5E-1449-B506-564E0213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Title goes here</a:t>
            </a:r>
            <a:endParaRPr lang="en-US" dirty="0"/>
          </a:p>
        </p:txBody>
      </p:sp>
      <p:sp>
        <p:nvSpPr>
          <p:cNvPr id="3" name="Text Placeholder 2" descr="Click to add secondary details&#10;">
            <a:extLst>
              <a:ext uri="{FF2B5EF4-FFF2-40B4-BE49-F238E27FC236}">
                <a16:creationId xmlns:a16="http://schemas.microsoft.com/office/drawing/2014/main" id="{4A50093E-B476-CE4A-816B-226988C60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392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2" r:id="rId3"/>
    <p:sldLayoutId id="2147483651" r:id="rId4"/>
    <p:sldLayoutId id="2147483653" r:id="rId5"/>
    <p:sldLayoutId id="2147483650" r:id="rId6"/>
    <p:sldLayoutId id="2147483746" r:id="rId7"/>
    <p:sldLayoutId id="2147483747" r:id="rId8"/>
    <p:sldLayoutId id="2147483748" r:id="rId9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ct val="0"/>
        </a:spcBef>
        <a:buNone/>
        <a:defRPr sz="8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﻿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body text styles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090FF-0D07-44EF-BE91-92BA9AB775B9}" type="datetimeFigureOut">
              <a:rPr lang="en-AU" smtClean="0"/>
              <a:t>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7CA2B4-C8AB-4F09-B260-BA7609DF0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706290" y="372291"/>
            <a:ext cx="779419" cy="12192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NSW Sydney Logo">
            <a:extLst>
              <a:ext uri="{FF2B5EF4-FFF2-40B4-BE49-F238E27FC236}">
                <a16:creationId xmlns:a16="http://schemas.microsoft.com/office/drawing/2014/main" id="{84EF7EA2-D124-438C-BF7A-68B3D68783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8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2/10/2026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FD9B66-E5D8-458F-B15F-FCAE5CAD7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353696" y="3019698"/>
            <a:ext cx="6858002" cy="818606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SW Sydney Logo">
            <a:extLst>
              <a:ext uri="{FF2B5EF4-FFF2-40B4-BE49-F238E27FC236}">
                <a16:creationId xmlns:a16="http://schemas.microsoft.com/office/drawing/2014/main" id="{725B2B7F-7BA2-426B-BEF7-9C26ECD9179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5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6" r:id="rId3"/>
    <p:sldLayoutId id="2147483687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12" r:id="rId10"/>
    <p:sldLayoutId id="2147483713" r:id="rId11"/>
    <p:sldLayoutId id="214748371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" TargetMode="External"/><Relationship Id="rId7" Type="http://schemas.openxmlformats.org/officeDocument/2006/relationships/hyperlink" Target="https://gka.github.io/palette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6" Type="http://schemas.openxmlformats.org/officeDocument/2006/relationships/hyperlink" Target="https://cmasher.readthedocs.io/index.html" TargetMode="External"/><Relationship Id="rId5" Type="http://schemas.openxmlformats.org/officeDocument/2006/relationships/hyperlink" Target="https://matplotlib.org/stable/users/explain/colors/colormaps.html" TargetMode="External"/><Relationship Id="rId4" Type="http://schemas.openxmlformats.org/officeDocument/2006/relationships/hyperlink" Target="https://matplotlib.org/stable/gallery/color/named_colors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056FE98-CDF1-60B3-3350-15C796313F68}"/>
              </a:ext>
            </a:extLst>
          </p:cNvPr>
          <p:cNvSpPr txBox="1">
            <a:spLocks/>
          </p:cNvSpPr>
          <p:nvPr/>
        </p:nvSpPr>
        <p:spPr>
          <a:xfrm>
            <a:off x="0" y="2168785"/>
            <a:ext cx="10017457" cy="2520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accent6"/>
                </a:solidFill>
              </a:rPr>
              <a:t>Spotted Python</a:t>
            </a:r>
            <a:br>
              <a:rPr lang="en-US" b="1" dirty="0">
                <a:solidFill>
                  <a:schemeClr val="accent6"/>
                </a:solidFill>
              </a:rPr>
            </a:br>
            <a:r>
              <a:rPr lang="en-US" b="1" dirty="0">
                <a:solidFill>
                  <a:schemeClr val="accent5"/>
                </a:solidFill>
              </a:rPr>
              <a:t>Week 4 Tutorial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BF90C2-8DBD-947C-736F-4252A0810392}"/>
              </a:ext>
            </a:extLst>
          </p:cNvPr>
          <p:cNvSpPr txBox="1">
            <a:spLocks/>
          </p:cNvSpPr>
          <p:nvPr/>
        </p:nvSpPr>
        <p:spPr>
          <a:xfrm>
            <a:off x="10017457" y="5380672"/>
            <a:ext cx="2174543" cy="147732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﻿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Blip>
                <a:blip r:embed="rId2"/>
              </a:buBlip>
            </a:pPr>
            <a:r>
              <a:rPr lang="en-US" dirty="0"/>
              <a:t>Simple Graphing</a:t>
            </a:r>
          </a:p>
          <a:p>
            <a:pPr marL="285750" indent="-285750">
              <a:buBlip>
                <a:blip r:embed="rId2"/>
              </a:buBlip>
            </a:pPr>
            <a:r>
              <a:rPr lang="en-US" dirty="0"/>
              <a:t>For and While loops</a:t>
            </a:r>
          </a:p>
          <a:p>
            <a:pPr marL="285750" indent="-285750">
              <a:buBlip>
                <a:blip r:embed="rId2"/>
              </a:buBlip>
            </a:pPr>
            <a:r>
              <a:rPr lang="en-US" dirty="0"/>
              <a:t>Creating subplots</a:t>
            </a:r>
          </a:p>
        </p:txBody>
      </p:sp>
    </p:spTree>
    <p:extLst>
      <p:ext uri="{BB962C8B-B14F-4D97-AF65-F5344CB8AC3E}">
        <p14:creationId xmlns:p14="http://schemas.microsoft.com/office/powerpoint/2010/main" val="11104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3228-48B8-F269-B876-6085A102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953F3-0049-400D-EE71-619673DF5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Simple Graphing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3526D-149D-B2C1-A9D3-88A20DF9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dirty="0"/>
              <a:t>Matplotlib is the most used tool for </a:t>
            </a:r>
            <a:r>
              <a:rPr lang="en-AU" noProof="0" dirty="0"/>
              <a:t>visualisation</a:t>
            </a:r>
            <a:endParaRPr lang="en-US" dirty="0"/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Documentation: </a:t>
            </a:r>
            <a:r>
              <a:rPr lang="en-US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https://matplotlib.org/stable/</a:t>
            </a:r>
            <a:r>
              <a:rPr lang="en-US" dirty="0">
                <a:solidFill>
                  <a:schemeClr val="accent5"/>
                </a:solidFill>
              </a:rPr>
              <a:t> 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List of in-built </a:t>
            </a:r>
            <a:r>
              <a:rPr lang="en-AU" noProof="0" dirty="0"/>
              <a:t>colours</a:t>
            </a:r>
            <a:r>
              <a:rPr lang="en-US" dirty="0"/>
              <a:t>: </a:t>
            </a:r>
            <a:r>
              <a:rPr lang="en-US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https://matplotlib.org/stable/gallery/color/named_colors.html</a:t>
            </a:r>
            <a:r>
              <a:rPr lang="en-US" dirty="0">
                <a:solidFill>
                  <a:schemeClr val="accent5"/>
                </a:solidFill>
              </a:rPr>
              <a:t> 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List of in-built colourmaps: </a:t>
            </a:r>
            <a:r>
              <a:rPr lang="en-US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https://matplotlib.org/stable/users/explain/colors/colormaps.html</a:t>
            </a:r>
            <a:r>
              <a:rPr lang="en-US" dirty="0">
                <a:solidFill>
                  <a:schemeClr val="accent5"/>
                </a:solidFill>
              </a:rPr>
              <a:t> 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Module to import alternative colourmaps:</a:t>
            </a:r>
            <a:br>
              <a:rPr lang="en-US" dirty="0"/>
            </a:br>
            <a:r>
              <a:rPr lang="en-US" dirty="0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https://cmasher.readthedocs.io/index.html</a:t>
            </a:r>
            <a:endParaRPr lang="en-US" dirty="0">
              <a:solidFill>
                <a:schemeClr val="accent5"/>
              </a:solidFill>
            </a:endParaRP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Tool to create colourmap: </a:t>
            </a:r>
            <a:r>
              <a:rPr lang="en-US" dirty="0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https://gka.github.io/palettes</a:t>
            </a:r>
            <a:r>
              <a:rPr lang="en-US" dirty="0">
                <a:solidFill>
                  <a:schemeClr val="accent5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5682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3228-48B8-F269-B876-6085A102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953F3-0049-400D-EE71-619673DF5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For and 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3526D-149D-B2C1-A9D3-88A20DF9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dirty="0"/>
              <a:t>For loops repeat a piece of code while changing an input variable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While loops repeat a piece a code until a certain condition is met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Complete </a:t>
            </a:r>
            <a:r>
              <a:rPr lang="en-US" b="1" dirty="0"/>
              <a:t>Exercise 1</a:t>
            </a:r>
          </a:p>
        </p:txBody>
      </p:sp>
    </p:spTree>
    <p:extLst>
      <p:ext uri="{BB962C8B-B14F-4D97-AF65-F5344CB8AC3E}">
        <p14:creationId xmlns:p14="http://schemas.microsoft.com/office/powerpoint/2010/main" val="954600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046AA-B477-CB3A-DCBC-238F1C6B9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A36D-DCB5-0983-9167-645813256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Milky Way Globular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020F9-77EF-2B6A-4AEB-AFEB738BB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2913"/>
            <a:ext cx="11353800" cy="5885087"/>
          </a:xfrm>
        </p:spPr>
        <p:txBody>
          <a:bodyPr lIns="360000" tIns="180000" rIns="360000" bIns="180000">
            <a:normAutofit/>
          </a:bodyPr>
          <a:lstStyle/>
          <a:p>
            <a:pPr marL="457200" indent="-457200">
              <a:buBlip>
                <a:blip r:embed="rId2"/>
              </a:buBlip>
            </a:pPr>
            <a:r>
              <a:rPr lang="en-US" dirty="0"/>
              <a:t>Reminder that the assignment data can be found under </a:t>
            </a:r>
            <a:r>
              <a:rPr lang="en-US" dirty="0">
                <a:solidFill>
                  <a:schemeClr val="accent5"/>
                </a:solidFill>
              </a:rPr>
              <a:t>assessment hub </a:t>
            </a:r>
            <a:r>
              <a:rPr lang="en-US" dirty="0">
                <a:solidFill>
                  <a:schemeClr val="accent5"/>
                </a:solidFill>
                <a:sym typeface="Wingdings" pitchFamily="2" charset="2"/>
              </a:rPr>
              <a:t> computational assessment data</a:t>
            </a:r>
            <a:endParaRPr lang="en-US" dirty="0">
              <a:solidFill>
                <a:schemeClr val="accent5"/>
              </a:solidFill>
            </a:endParaRPr>
          </a:p>
          <a:p>
            <a:pPr marL="457200" indent="-457200">
              <a:buBlip>
                <a:blip r:embed="rId2"/>
              </a:buBlip>
            </a:pPr>
            <a:r>
              <a:rPr lang="en-US" dirty="0"/>
              <a:t>For the working example, use the </a:t>
            </a:r>
            <a:r>
              <a:rPr lang="en-US" dirty="0" err="1"/>
              <a:t>harris_combined.csv</a:t>
            </a:r>
            <a:r>
              <a:rPr lang="en-US" dirty="0"/>
              <a:t> provided</a:t>
            </a:r>
          </a:p>
          <a:p>
            <a:pPr marL="457200" indent="-457200">
              <a:buBlip>
                <a:blip r:embed="rId2"/>
              </a:buBlip>
            </a:pPr>
            <a:r>
              <a:rPr lang="en-US" dirty="0" err="1"/>
              <a:t>Colouring</a:t>
            </a:r>
            <a:r>
              <a:rPr lang="en-US" dirty="0"/>
              <a:t> the GC by [Fe/H], what trends do we see?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D1B88-8955-246D-D71D-CB24A37DB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271031"/>
            <a:ext cx="10515600" cy="295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88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7079-099E-BE7F-EF76-A00CDD7F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3CF04-74E1-D8A4-8C3A-C118D2153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972913"/>
          </a:xfrm>
        </p:spPr>
        <p:txBody>
          <a:bodyPr wrap="square" lIns="360000" tIns="180000" rIns="360000" bIns="180000">
            <a:spAutoFit/>
          </a:bodyPr>
          <a:lstStyle/>
          <a:p>
            <a:r>
              <a:rPr lang="en-AU" b="1" dirty="0">
                <a:solidFill>
                  <a:schemeClr val="accent6"/>
                </a:solidFill>
              </a:rPr>
              <a:t>SAMI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292E4F-87F5-8990-67A4-434CC5F121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72913"/>
                <a:ext cx="11353800" cy="5885087"/>
              </a:xfrm>
            </p:spPr>
            <p:txBody>
              <a:bodyPr lIns="360000" tIns="180000" rIns="360000" bIns="180000">
                <a:normAutofit/>
              </a:bodyPr>
              <a:lstStyle/>
              <a:p>
                <a:pPr marL="457200" indent="-457200">
                  <a:buBlip>
                    <a:blip r:embed="rId2"/>
                  </a:buBlip>
                </a:pPr>
                <a:r>
                  <a:rPr lang="en-US" dirty="0"/>
                  <a:t>Relationship between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Cappellari</a:t>
                </a:r>
                <a:r>
                  <a:rPr lang="en-US" dirty="0"/>
                  <a:t>, 2007)</a:t>
                </a:r>
                <a:br>
                  <a:rPr lang="en-US" dirty="0"/>
                </a:b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0.09+0.1</m:t>
                                  </m:r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br>
                  <a:rPr lang="en-AU" dirty="0"/>
                </a:br>
                <a:endParaRPr lang="en-US" dirty="0"/>
              </a:p>
              <a:p>
                <a:pPr marL="457200" indent="-457200">
                  <a:buBlip>
                    <a:blip r:embed="rId2"/>
                  </a:buBlip>
                </a:pPr>
                <a:r>
                  <a:rPr lang="en-US" dirty="0"/>
                  <a:t>Try to recreate this figure from van de Sande, 2017 </a:t>
                </a:r>
                <a:r>
                  <a:rPr lang="en-US" b="1" dirty="0"/>
                  <a:t>(Exercise 2)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292E4F-87F5-8990-67A4-434CC5F121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72913"/>
                <a:ext cx="11353800" cy="588508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1A66DBFF-33A2-BC90-DC4F-86AC1E76E0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r="54277"/>
          <a:stretch>
            <a:fillRect/>
          </a:stretch>
        </p:blipFill>
        <p:spPr>
          <a:xfrm>
            <a:off x="4400296" y="3572831"/>
            <a:ext cx="3391408" cy="328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35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54C697EB-31BA-594B-8371-830AA3B8DDF7}"/>
    </a:ext>
  </a:extLst>
</a:theme>
</file>

<file path=ppt/theme/theme2.xml><?xml version="1.0" encoding="utf-8"?>
<a:theme xmlns:a="http://schemas.openxmlformats.org/drawingml/2006/main" name="1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8D2F9C57-5267-5947-A8E1-1D6CBD5EA1CB}"/>
    </a:ext>
  </a:extLst>
</a:theme>
</file>

<file path=ppt/theme/theme3.xml><?xml version="1.0" encoding="utf-8"?>
<a:theme xmlns:a="http://schemas.openxmlformats.org/drawingml/2006/main" name="2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2513D8CB-3B6B-5547-A331-D7470A3DFC1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8a2230-54d9-4525-a072-aaf2ad3921af" xsi:nil="true"/>
    <lcf76f155ced4ddcb4097134ff3c332f xmlns="3e861e5c-b9b4-4f4a-a39d-d4f58c595d5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022E11B6C55F458F03297D129AC5C7" ma:contentTypeVersion="16" ma:contentTypeDescription="Create a new document." ma:contentTypeScope="" ma:versionID="c5de254797c2e30b1c1dab67e1fdd087">
  <xsd:schema xmlns:xsd="http://www.w3.org/2001/XMLSchema" xmlns:xs="http://www.w3.org/2001/XMLSchema" xmlns:p="http://schemas.microsoft.com/office/2006/metadata/properties" xmlns:ns2="3e861e5c-b9b4-4f4a-a39d-d4f58c595d50" xmlns:ns3="3d8a2230-54d9-4525-a072-aaf2ad3921af" targetNamespace="http://schemas.microsoft.com/office/2006/metadata/properties" ma:root="true" ma:fieldsID="40d7e893f6517adbc7421dea239a8bfb" ns2:_="" ns3:_="">
    <xsd:import namespace="3e861e5c-b9b4-4f4a-a39d-d4f58c595d50"/>
    <xsd:import namespace="3d8a2230-54d9-4525-a072-aaf2ad392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861e5c-b9b4-4f4a-a39d-d4f58c595d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a2230-54d9-4525-a072-aaf2ad3921a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9d5615-4cdb-4eba-9af8-b29b99cf6c5f}" ma:internalName="TaxCatchAll" ma:showField="CatchAllData" ma:web="3d8a2230-54d9-4525-a072-aaf2ad3921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F36D4B-89AA-43AA-A4F8-41021B5395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CE31FE-9010-4DD9-ACBF-74A5EE27FA83}">
  <ds:schemaRefs>
    <ds:schemaRef ds:uri="http://schemas.microsoft.com/office/2006/metadata/properties"/>
    <ds:schemaRef ds:uri="http://schemas.microsoft.com/office/infopath/2007/PartnerControls"/>
    <ds:schemaRef ds:uri="3d8a2230-54d9-4525-a072-aaf2ad3921af"/>
    <ds:schemaRef ds:uri="3e861e5c-b9b4-4f4a-a39d-d4f58c595d50"/>
  </ds:schemaRefs>
</ds:datastoreItem>
</file>

<file path=customXml/itemProps3.xml><?xml version="1.0" encoding="utf-8"?>
<ds:datastoreItem xmlns:ds="http://schemas.openxmlformats.org/officeDocument/2006/customXml" ds:itemID="{3CEC6E53-DE09-48B9-92A5-3EADF1FB28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861e5c-b9b4-4f4a-a39d-d4f58c595d50"/>
    <ds:schemaRef ds:uri="3d8a2230-54d9-4525-a072-aaf2ad392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3339</TotalTime>
  <Words>222</Words>
  <Application>Microsoft Macintosh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Cambria Math</vt:lpstr>
      <vt:lpstr>Clancy</vt:lpstr>
      <vt:lpstr>Roboto</vt:lpstr>
      <vt:lpstr>Wingdings</vt:lpstr>
      <vt:lpstr>Office Theme</vt:lpstr>
      <vt:lpstr>1_Custom Design</vt:lpstr>
      <vt:lpstr>2_Custom Design</vt:lpstr>
      <vt:lpstr>PowerPoint Presentation</vt:lpstr>
      <vt:lpstr>Simple Graphing</vt:lpstr>
      <vt:lpstr>For and While Loops</vt:lpstr>
      <vt:lpstr>Milky Way Globular Clusters</vt:lpstr>
      <vt:lpstr>SAMI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Ding</dc:creator>
  <cp:lastModifiedBy>Michelle Ding</cp:lastModifiedBy>
  <cp:revision>19</cp:revision>
  <dcterms:created xsi:type="dcterms:W3CDTF">2024-09-05T14:10:30Z</dcterms:created>
  <dcterms:modified xsi:type="dcterms:W3CDTF">2026-10-02T05:16:12Z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0x010100F4022E11B6C55F458F03297D129AC5C7</vt:lpwstr>
  </property>
</Properties>
</file>